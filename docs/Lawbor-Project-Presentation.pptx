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🤝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Lawbor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劳动者权益守护平台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重塑新锐劳动者权益，让每一位职场新人都能懂法、用法、维权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技术方案与功能介绍 |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品牌故事：Lawbor 命名巧思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200400" cy="3200400"/>
          </a:xfrm>
          <a:prstGeom prst="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Lawbor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🤝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劳友记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114800" y="10972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0" y="1188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 Law 化用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Lawbor = Labor（劳动）+ Law（法律）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巧妙融合劳动法核心，传递专业与温暖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0" y="21945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0" y="2286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2194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好伙计的谐音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46320" y="26974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Lawbor 听起来像"老伙计"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我们是值得信赖的职场伙伴，陪伴成长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0" y="32918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0" y="3383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3291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双手托举的Logo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846320" y="37947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Logo中的"w"设计成双手样式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象征"劳友记"——我们一起用手托举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每一位即将步入职场的小伙伴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389120"/>
            <a:ext cx="8686800" cy="731520"/>
          </a:xfrm>
          <a:prstGeom prst="rect">
            <a:avLst>
              <a:gd name="adj" fmla="val 12500"/>
            </a:avLst>
          </a:prstGeom>
          <a:solidFill>
            <a:srgbClr val="F2F2F2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52628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品牌理念：We 劳友记，用手托举每一位职场新人，让懂法、用法、维权不再困难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项目背景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64592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合同陷阱频发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试用期过长、薪资模糊、违约金不公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402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4592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法律知识薄弱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4592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劳动者对自身权益了解不足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2461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4592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维权成本高昂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4592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律师费用高、流程复杂、周期长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41148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251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4592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政策信息分散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45920" y="4526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各地补贴政策难以查找和匹配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0" y="1097280"/>
            <a:ext cx="2743200" cy="3474720"/>
          </a:xfrm>
          <a:prstGeom prst="rect">
            <a:avLst/>
          </a:prstGeom>
          <a:solidFill>
            <a:srgbClr val="F2F2F2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市场数据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2648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12648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职场新人不懂劳动法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2648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12648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合同存在风险条款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26480" y="3657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126480" y="4114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不知道如何维权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核心功能模块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0" cy="1645920"/>
          </a:xfrm>
          <a:prstGeom prst="rect">
            <a:avLst>
              <a:gd name="adj" fmla="val 5556"/>
            </a:avLst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合同天眼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AI逐字扫描合同，识别试用期、薪资、社保等陷阱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743200" cy="1645920"/>
          </a:xfrm>
          <a:prstGeom prst="rect">
            <a:avLst>
              <a:gd name="adj" fmla="val 5556"/>
            </a:avLst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12801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325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👁️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20624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职场法眼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19202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劳动法知识卡片，常见问题一查便知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097280"/>
            <a:ext cx="2743200" cy="1645920"/>
          </a:xfrm>
          <a:prstGeom prst="rect">
            <a:avLst>
              <a:gd name="adj" fmla="val 5556"/>
            </a:avLst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12801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325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13232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补贴雷达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19202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一键匹配城市政策，租房、人才、就业补贴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2743200" cy="1645920"/>
          </a:xfrm>
          <a:prstGeom prst="rect">
            <a:avLst>
              <a:gd name="adj" fmla="val 5556"/>
            </a:avLst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1089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154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8016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维权冲锋队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劳动仲裁全程陪跑，写文书、算赔偿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83280" y="2926080"/>
            <a:ext cx="2743200" cy="1645920"/>
          </a:xfrm>
          <a:prstGeom prst="rect">
            <a:avLst>
              <a:gd name="adj" fmla="val 5556"/>
            </a:avLst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66160" y="31089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3566160" y="3154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20624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薪资清算师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566160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税前税后、加班费、补偿金计算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2926080"/>
            <a:ext cx="2743200" cy="1645920"/>
          </a:xfrm>
          <a:prstGeom prst="rect">
            <a:avLst>
              <a:gd name="adj" fmla="val 5556"/>
            </a:avLst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0" y="31089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3154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13232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AI法律搭子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492240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24小时在线法律问答助手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技术架构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前端技术栈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19 + TypeScript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Vite 构建工具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Tailwind CSS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Ant Design UI组件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Framer Motion动画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Router路由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后端服务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21208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Express.js服务器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WebSocket实时通信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1208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Supabase用户认证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PostgreSQL数据库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Row Level Security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1208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Vercel部署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F2F2F2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977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AI服务层：DeepSeek API + Gemini API + 企查查MCP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能力集成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828800"/>
          </a:xfrm>
          <a:prstGeom prst="rect">
            <a:avLst>
              <a:gd name="adj" fmla="val 5000"/>
            </a:avLst>
          </a:prstGeom>
          <a:solidFill>
            <a:srgbClr val="F2F2F2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API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法律咨询对话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合同条款分析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知识问答生成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面试模拟对话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0" y="1097280"/>
            <a:ext cx="4114800" cy="1828800"/>
          </a:xfrm>
          <a:prstGeom prst="rect">
            <a:avLst>
              <a:gd name="adj" fmla="val 5000"/>
            </a:avLst>
          </a:prstGeom>
          <a:solidFill>
            <a:srgbClr val="F2F2F2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280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API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12080" y="18288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简历智能分析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多模态内容理解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备用AI服务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高性能推理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8686800" cy="1371600"/>
          </a:xfrm>
          <a:prstGeom prst="rect">
            <a:avLst>
              <a:gd name="adj" fmla="val 6667"/>
            </a:avLst>
          </a:prstGeom>
          <a:solidFill>
            <a:srgbClr val="E8F4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38328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企查查 MCP 服务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企业风险查询：劳动纠纷记录、司法风险、经营异常、行政处罚、严重违法失信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用户体验设计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0" cy="1828800"/>
          </a:xfrm>
          <a:prstGeom prst="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🌐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中英双语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完整国际化支持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097280"/>
            <a:ext cx="2743200" cy="1828800"/>
          </a:xfrm>
          <a:prstGeom prst="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280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💾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数据持久化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6616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对话历史、审查记录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097280"/>
            <a:ext cx="2743200" cy="1828800"/>
          </a:xfrm>
          <a:prstGeom prst="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280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92240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响应式设计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多设备完美适配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核心页面展示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1371600" cy="548640"/>
          </a:xfrm>
          <a:prstGeom prst="rect">
            <a:avLst>
              <a:gd name="adj" fmla="val 8333"/>
            </a:avLst>
          </a:prstGeom>
          <a:solidFill>
            <a:srgbClr val="02C39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40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首页导航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20240" y="3749040"/>
            <a:ext cx="1371600" cy="548640"/>
          </a:xfrm>
          <a:prstGeom prst="rect">
            <a:avLst>
              <a:gd name="adj" fmla="val 8333"/>
            </a:avLst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0240" y="3840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合同审查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3749040"/>
            <a:ext cx="1371600" cy="548640"/>
          </a:xfrm>
          <a:prstGeom prst="rect">
            <a:avLst>
              <a:gd name="adj" fmla="val 8333"/>
            </a:avLst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3840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模拟面试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3749040"/>
            <a:ext cx="1371600" cy="548640"/>
          </a:xfrm>
          <a:prstGeom prst="rect">
            <a:avLst>
              <a:gd name="adj" fmla="val 8333"/>
            </a:avLst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840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税务计算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3749040"/>
            <a:ext cx="1371600" cy="548640"/>
          </a:xfrm>
          <a:prstGeom prst="rect">
            <a:avLst>
              <a:gd name="adj" fmla="val 8333"/>
            </a:avLst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840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知识卡片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0" y="3749040"/>
            <a:ext cx="1371600" cy="548640"/>
          </a:xfrm>
          <a:prstGeom prst="rect">
            <a:avLst>
              <a:gd name="adj" fmla="val 8333"/>
            </a:avLst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3840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仲裁指南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技术亮点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297680" cy="1645920"/>
          </a:xfrm>
          <a:prstGeom prst="rect">
            <a:avLst>
              <a:gd name="adj" fmla="val 5556"/>
            </a:avLst>
          </a:prstGeom>
          <a:solidFill>
            <a:srgbClr val="F2F2F2"/>
          </a:solidFill>
          <a:ln w="381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137160" cy="1645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智能合同审查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PDF/DOCX文件解析，AI逐条风险识别，支持企业风险查询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37760" y="1097280"/>
            <a:ext cx="4297680" cy="1645920"/>
          </a:xfrm>
          <a:prstGeom prst="rect">
            <a:avLst>
              <a:gd name="adj" fmla="val 5556"/>
            </a:avLst>
          </a:prstGeom>
          <a:solidFill>
            <a:srgbClr val="F2F2F2"/>
          </a:solidFill>
          <a:ln w="381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1097280"/>
            <a:ext cx="137160" cy="1645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AI面试模拟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212080" y="18288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Speech API语音识别，动态性格调节，实时语音反馈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297680" cy="1645920"/>
          </a:xfrm>
          <a:prstGeom prst="rect">
            <a:avLst>
              <a:gd name="adj" fmla="val 5556"/>
            </a:avLst>
          </a:prstGeom>
          <a:solidFill>
            <a:srgbClr val="F2F2F2"/>
          </a:solidFill>
          <a:ln w="38100">
            <a:solidFill>
              <a:srgbClr val="06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926080"/>
            <a:ext cx="137160" cy="1645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08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企查查集成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" y="36576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MCP协议对接企业风险数据，劳动纠纷、司法风险全覆盖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37760" y="2926080"/>
            <a:ext cx="4297680" cy="1645920"/>
          </a:xfrm>
          <a:prstGeom prst="rect">
            <a:avLst>
              <a:gd name="adj" fmla="val 5556"/>
            </a:avLst>
          </a:prstGeom>
          <a:solidFill>
            <a:srgbClr val="F2F2F2"/>
          </a:solidFill>
          <a:ln w="38100">
            <a:solidFill>
              <a:srgbClr val="065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2926080"/>
            <a:ext cx="137160" cy="1645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3108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数据安全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12080" y="36576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RLS权限控制，用户数据隔离，安全合规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部署与运维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部署架构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373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前端部署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Vercel边缘网络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164592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17373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651760" y="2468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API服务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51760" y="2926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Functions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20640" y="164592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7373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846320" y="2468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2926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Supabase托管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0" y="164592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0" y="17373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040880" y="2468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AI服务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2926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API调用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运维特性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1645920" cy="457200"/>
          </a:xfrm>
          <a:prstGeom prst="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自动HTTPS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94560" y="4114800"/>
            <a:ext cx="1645920" cy="457200"/>
          </a:xfrm>
          <a:prstGeom prst="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全球CDN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931920" y="4114800"/>
            <a:ext cx="1645920" cy="457200"/>
          </a:xfrm>
          <a:prstGeom prst="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实时日志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0" y="4114800"/>
            <a:ext cx="1645920" cy="457200"/>
          </a:xfrm>
          <a:prstGeom prst="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一键回滚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406640" y="4114800"/>
            <a:ext cx="1645920" cy="457200"/>
          </a:xfrm>
          <a:prstGeom prst="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性能监控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🤝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Lawbor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劳友记 · 用手托举每一位职场新人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让每一位职场新人都能懂法、用法、维权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lawbor.com | 📧 contact@lawbor.com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Lawbor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Lawbor - 劳动者权益守护平台</dc:title>
  <dc:subject>项目技术方案与功能介绍</dc:subject>
  <dc:creator>Lawbor Team</dc:creator>
  <cp:lastModifiedBy>Lawbor Team</cp:lastModifiedBy>
  <cp:revision>1</cp:revision>
  <dcterms:created xsi:type="dcterms:W3CDTF">2026-04-10T09:11:56Z</dcterms:created>
  <dcterms:modified xsi:type="dcterms:W3CDTF">2026-04-10T09:11:56Z</dcterms:modified>
</cp:coreProperties>
</file>